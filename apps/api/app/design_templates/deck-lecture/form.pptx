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2000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강의 제목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부제 · 날짜 · 강사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다루는 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한 장에 개념 하나.</a:t>
            </a:r>
          </a:p>
          <a:p>
            <a:r>
              <a:t>글머리는 다섯 줄을 넘기지 않습니다.</a:t>
            </a:r>
          </a:p>
          <a:p>
            <a:r>
              <a:t>말로 할 것은 슬라이드에 적지 않습니다.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첫 번째 주제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절에서 답할 질문 한 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개념과 예시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개념: 한 문장으로 정의합니다.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예시: 그 정의가 들어맞는 구체적인 경우 하나.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오늘 남길 문장 하나.</a:t>
            </a:r>
          </a:p>
          <a:p>
            <a:r>
              <a:t>다음 시간에 이어지는 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1F497D"/>
      </a:dk2>
      <a:lt2>
        <a:srgbClr val="EEECE1"/>
      </a:lt2>
      <a:accent1>
        <a:srgbClr val="1F6FEB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