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200"/>
      </a:defPPr>
      <a:lvl1pPr marL="0" algn="l" defTabSz="4572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 한 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화면에 한 문장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숫자로 말하는 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수치 하나와 그 뜻 한 줄.</a:t>
            </a:r>
          </a:p>
          <a:p>
            <a:r>
              <a:t>출처는 작게, 아래에.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여기서부터 무엇이 달라지는지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마지막에 남길 한 문장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5F5F5"/>
      </a:dk1>
      <a:lt1>
        <a:srgbClr val="111111"/>
      </a:lt1>
      <a:dk2>
        <a:srgbClr val="1F497D"/>
      </a:dk2>
      <a:lt2>
        <a:srgbClr val="EEECE1"/>
      </a:lt2>
      <a:accent1>
        <a:srgbClr val="F59E0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