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200"/>
      </a:defPPr>
      <a:lvl1pPr marL="0" algn="l" defTabSz="4572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F5F5F5"/>
      </a:dk1>
      <a:lt1>
        <a:srgbClr val="111111"/>
      </a:lt1>
      <a:dk2>
        <a:srgbClr val="1F497D"/>
      </a:dk2>
      <a:lt2>
        <a:srgbClr val="EEECE1"/>
      </a:lt2>
      <a:accent1>
        <a:srgbClr val="F59E0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