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브리핑 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일시 · 대상 · 작성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정할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무엇을 결정하러 모였는지 한 줄.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정해진 것 / 정할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이미 정해진 것.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아직 정하지 못한 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진행 상황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항목마다 무엇까지 됐는지. '진행 중' 은 상태가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막힌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무엇 때문에 막혔고 누가 풀 수 있는지.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담당과 기한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누가, 무엇을, 언제까지.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0F766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