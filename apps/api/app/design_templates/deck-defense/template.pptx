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0"/>
            <a:ext cx="10972800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600200"/>
            <a:ext cx="10972800" cy="45259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0"/>
            <a:ext cx="28448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0"/>
            <a:ext cx="386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356350"/>
            <a:ext cx="284480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 sz="1700"/>
      </a:defPPr>
      <a:lvl1pPr marL="0" algn="l" defTabSz="457200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A1A1A"/>
      </a:dk1>
      <a:lt1>
        <a:srgbClr val="FFFFFF"/>
      </a:lt1>
      <a:dk2>
        <a:srgbClr val="1F497D"/>
      </a:dk2>
      <a:lt2>
        <a:srgbClr val="EEECE1"/>
      </a:lt2>
      <a:accent1>
        <a:srgbClr val="4B3B8F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