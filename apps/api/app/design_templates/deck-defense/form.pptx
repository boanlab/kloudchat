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700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연구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소속 · 이름 · 심사 단계 · 날짜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무엇을 묻는 연구인지 한 문장으로.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어떻게 봤는지.</a:t>
            </a:r>
          </a:p>
          <a:p>
            <a:r>
              <a:t>표본·기간·도구.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그림이나 표를 여기에.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이 그림이 말하는 것 한 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무엇을 못 봤는지, 왜 못 봤는지.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남은 기간에 무엇을 하는지.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4B3B8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