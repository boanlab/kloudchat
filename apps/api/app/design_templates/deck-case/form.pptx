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800"/>
      </a:defPPr>
      <a:lvl1pPr marL="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케이스 제목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대상 기업 · 발표자 · 날짜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권고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무엇을 하자는 것인지 한 문장. 뒤의 장이 이것의 근거가 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수치 하나와 그 뜻 한 줄.</a:t>
            </a:r>
          </a:p>
          <a:p>
            <a:r>
              <a:t>출처는 아래에 작게.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대안 비교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안 1</a:t>
            </a:r>
          </a:p>
          <a:p>
            <a:r>
              <a:t>같은 기준에서 본 장단점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안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같은 기준에서 본 장단점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위험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틀렸을 때 무엇이 일어나는가.</a:t>
            </a:r>
          </a:p>
          <a:p>
            <a:r>
              <a:t>무엇을 보면 아는가.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무엇을 판단해 달라는 것인지.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F497D"/>
      </a:dk2>
      <a:lt2>
        <a:srgbClr val="EEECE1"/>
      </a:lt2>
      <a:accent1>
        <a:srgbClr val="1F6FEB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