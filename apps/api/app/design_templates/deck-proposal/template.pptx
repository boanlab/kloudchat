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F497D"/>
      </a:dk2>
      <a:lt2>
        <a:srgbClr val="EEECE1"/>
      </a:lt2>
      <a:accent1>
        <a:srgbClr val="0F766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