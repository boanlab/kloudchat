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제안 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고객사 · 제안일 · 담당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고객의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지금 무엇이 문제인지 고객의 말로 적습니다.</a:t>
            </a:r>
          </a:p>
          <a:p>
            <a:r>
              <a:t>그대로 두면 무엇이 되는지 숫자로.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제안하는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무엇을 하겠다는 것인지 한 문장.</a:t>
            </a:r>
          </a:p>
          <a:p>
            <a:r>
              <a:t>그것이 위 과제의 어느 부분을 푸는지.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지금과 이후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</a:t>
            </a:r>
          </a:p>
          <a:p>
            <a:r>
              <a:t>현재 방식으로 드는 시간·비용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도입 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달라지는 수치와 그 근거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도입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단계와 기간을 적습니다.</a:t>
            </a:r>
          </a:p>
          <a:p>
            <a:r>
              <a:t>고객이 준비해야 할 것을 함께 적습니다.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자리에서 무엇을 결정해 달라는 것인지.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0F766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