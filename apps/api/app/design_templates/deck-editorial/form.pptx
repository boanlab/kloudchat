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700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 한 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장 제목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장이 답하는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본문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본문. 한 화면에 한 가지만 말합니다.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옆에 붙는 짧은 설명이나 출처.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그림이 들어가는 장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그림을 여기에 넣습니다.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그림이 무엇을 보여 주는지 한 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맺음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남길 문장 하나.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B45309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